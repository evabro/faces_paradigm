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E8E5-814E-D18E-6694-10A23A344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D0CD7-FE65-3C8C-FDEA-16CCD0B4A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25910-4CAA-6D79-9A0A-781835C5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A0A55-CCE1-02CD-CE52-D7C866A7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84BD0-AEC3-A945-4F57-2F315E6D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6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BD5B-037B-8B65-6A34-9F818AD8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A7704-C9B5-0A1B-70DF-36A4C9FB4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42FE6-108E-AB7F-1E98-1E23AA5B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536A-6460-6658-C63B-171D0323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D8742-2C24-E558-9CFE-E5DD5479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325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81BA-551B-4F04-9F91-5853FA9F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37392-80F3-690E-A8F5-1643344F5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2DE54-17CB-5EEB-17A6-D00F4A13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75CE3-DB87-F9AF-0B3E-56954B0E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66904-8664-34F6-AFEB-7A453590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24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7EF9-FD19-794A-8A62-C5914211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F1925-A960-B3CA-3F70-3E6B4124B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ED15C-D5D0-D0A4-7AD6-2FEA8108F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039A6-841A-809B-9ED8-7E867E56B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FC0-3EF7-7A6A-592E-1B5EDF33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25BA6-3BB3-6D38-D5D2-B2E01B30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38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E247-6737-3FF5-6C62-D85FC30E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9CF99-ADD9-323B-9ACC-8AF2F6D48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D4375-2F6C-A109-417E-162205C35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F3874-82F6-FA7A-D453-CD9F9841B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13F73-59F7-C64D-FC36-942B6A21C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1F90C-F5B3-70AE-5096-8760821D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4F49F-552A-207E-EBEE-373F12A8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234788-021C-9553-C767-1B7CA6EC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620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1EDE-57CB-2DF6-20A3-F3836C96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DD1D2-9177-5B58-BE8A-9E38AECD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D62BC-4FDC-9330-84AC-97F63460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EB49-0E29-7A68-CDCF-FB56C6D8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53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6C122-7C61-1339-11F5-57767DCF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39E16-ED74-DCF0-EED8-98FFEDF4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3312C-A9E7-B151-2BB2-29A12C1A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152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C6E3-4C0C-0D4F-81BD-995C523A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C9ED-6CF7-80F4-B583-D15617572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53842-591C-CB3B-F98C-7B2C0617E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6C9B5-EC14-3173-BA5D-B4F07A0B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F1AC1-3906-85B5-1FB1-1E519FA5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00AC6-208C-80BB-2ECD-C88ACF0A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6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2349-3B66-8718-59DB-070066D9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DFA69-9EB4-B9CE-482A-2AC7F7185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2F031-8AF7-77F0-1575-97683B1E6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9FF65-CCF9-42A3-11A8-6D2EB4F6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92810-B3B2-4804-C9B8-3D9AD80B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F23CE-A79C-9889-E390-1CA4EA27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037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8D2F-232D-C76C-F275-79DA4594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033EB-03B2-555C-9600-33CDA0A3D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15993-810A-1192-2B27-6D640899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2E5A-1947-F200-5615-4C94A50A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7B97D-9956-6E08-8387-961EE220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150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C7EE4-A6C7-1EC3-6143-DC4AD8E63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0E808-7AD6-D55E-DE47-C25F5E63C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41D7C-C97E-1108-2BB5-58621E81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582AC-5E1B-F837-1A58-611D3901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EFC-42A3-CB06-DCB3-4608013B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44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C6B27-E873-ADCB-7F5F-E1BD9971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33FC9-0C07-96AB-5B55-402CA10F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8AD97-49A2-AD13-9D8E-28D0CA4BB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F1AFF-65F2-4E80-81E9-BF6090B0897A}" type="datetimeFigureOut">
              <a:rPr lang="en-CA" smtClean="0"/>
              <a:t>2026-04-15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67CA-7427-BF6B-A002-21589BC13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9E340-CB51-BDDD-BA25-CD2FB25DE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674AA-779C-41CC-829C-FBF48BF7C8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38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2822BE-92F8-EADE-2478-AB09C98C9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12" y="2527793"/>
            <a:ext cx="2565758" cy="3295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C6C53-4DB0-4673-FA43-B4D508139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60" y="2527792"/>
            <a:ext cx="2565758" cy="32988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EF13C7-FE30-1066-79A7-B69A77E0F773}"/>
              </a:ext>
            </a:extLst>
          </p:cNvPr>
          <p:cNvSpPr txBox="1"/>
          <p:nvPr/>
        </p:nvSpPr>
        <p:spPr>
          <a:xfrm>
            <a:off x="842612" y="1331112"/>
            <a:ext cx="56703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Look at the faces and scrambled patterns</a:t>
            </a:r>
            <a:endParaRPr lang="en-CA" sz="32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B40D80-41EB-9348-0BD4-0923CA3B3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557" y="2524896"/>
            <a:ext cx="3298831" cy="3298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FFB100-4A34-5CE4-3531-A9A7E97F59F4}"/>
              </a:ext>
            </a:extLst>
          </p:cNvPr>
          <p:cNvSpPr txBox="1"/>
          <p:nvPr/>
        </p:nvSpPr>
        <p:spPr>
          <a:xfrm>
            <a:off x="6864819" y="1331112"/>
            <a:ext cx="56703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Press the red button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when you see a bird!</a:t>
            </a:r>
            <a:endParaRPr lang="en-CA" sz="3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RESPONSEPixx /MRI">
            <a:extLst>
              <a:ext uri="{FF2B5EF4-FFF2-40B4-BE49-F238E27FC236}">
                <a16:creationId xmlns:a16="http://schemas.microsoft.com/office/drawing/2014/main" id="{5952920F-D11F-08B6-EE62-DA5BFFECA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0126639" y="5156515"/>
            <a:ext cx="1968948" cy="127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9DCFB2BB-3B55-CA6F-0F02-08AD13A152A3}"/>
              </a:ext>
            </a:extLst>
          </p:cNvPr>
          <p:cNvSpPr/>
          <p:nvPr/>
        </p:nvSpPr>
        <p:spPr>
          <a:xfrm rot="2467194">
            <a:off x="11366440" y="4783736"/>
            <a:ext cx="368489" cy="682388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07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Broeders</dc:creator>
  <cp:lastModifiedBy>Eva Broeders</cp:lastModifiedBy>
  <cp:revision>1</cp:revision>
  <dcterms:created xsi:type="dcterms:W3CDTF">2026-04-15T20:09:55Z</dcterms:created>
  <dcterms:modified xsi:type="dcterms:W3CDTF">2026-04-15T20:18:30Z</dcterms:modified>
</cp:coreProperties>
</file>